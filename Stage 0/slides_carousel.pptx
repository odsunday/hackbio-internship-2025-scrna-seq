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f27b921f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f27b921f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27b921f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27b921f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27b921f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27b921f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27b921f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27b921f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f27b921f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f27b921f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www.mdpi.com/2072-6694/14/3/657#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118725" y="1443500"/>
            <a:ext cx="5241600" cy="27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Cancer evolves via sequential mutations, producing aggressive subclones.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Evolution is non-linear: multiple subclones can coexist or cooperate.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 advances: Bulk RNA-seq → Laser-capture → Single-cell → Spatial transcriptomics.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Methods: Bulk RNA-seq averages expression (good for homogeneous tissue);  Single-cell isolates individual cells (good for complex tissue).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100" y="861850"/>
            <a:ext cx="2821900" cy="389702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type="title"/>
          </p:nvPr>
        </p:nvSpPr>
        <p:spPr>
          <a:xfrm>
            <a:off x="311700" y="445025"/>
            <a:ext cx="6887100" cy="6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Clonal Evolution &amp; Sequencing Technologies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Tumour Heterogeneity &amp; scRNA-seq Insights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28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Sources of Heterogeneity: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Genetic mutations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Epigenetic changes &amp; stochastic expression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Tumour microenvironment (hypoxia, cytokines, stromal/immune cells)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scRNA-seq Capabilities: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rare cells &amp; dynamic states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Tracks developmental trajectories, EMT, drug tolerance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Maps cellular organization with spatial transcriptomics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68" name="Google Shape;68;p14" title="201904_RNA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399" y="626000"/>
            <a:ext cx="64231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Tracking cancer evolution</a:t>
            </a:r>
            <a:endParaRPr b="1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scRNA-seq for Evolution: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Profiles thousands of cells → identifies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stem-like &amp; drug-resistant subclones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transcriptional trajectories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subclonal phylogenies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&amp; Methods: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Copy-number alteration detection, somatic/mitochondrial mutation analysis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Computational: inferCNV, CopyKAT, SCEVAN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Experimental: CRISPR lineage tracing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Single-cell DNA/ATAC-seq + spatial data links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genotype → phenotype → microenvironment</a:t>
            </a:r>
            <a:endParaRPr/>
          </a:p>
        </p:txBody>
      </p:sp>
      <p:pic>
        <p:nvPicPr>
          <p:cNvPr id="75" name="Google Shape;75;p15" title="201904_RNA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083839">
            <a:off x="5177072" y="-859275"/>
            <a:ext cx="4721308" cy="37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Therapy resistance</a:t>
            </a:r>
            <a:endParaRPr b="1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Heterogeneity drives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drug response</a:t>
            </a:r>
            <a:b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Beyondcell: maps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therapeutic clusters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single-cell data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scRNA-seq enables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anticipation of resistant clones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improved treatment strategies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Challenges and future directions</a:t>
            </a:r>
            <a:endParaRPr b="1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of scRNA-seq:</a:t>
            </a:r>
            <a:endParaRPr b="1"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dissociation → stress &amp; technical noise</a:t>
            </a:r>
            <a:b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Fresh tissue requirements → limits longitudinal studies</a:t>
            </a:r>
            <a:b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Organoids/cell lines → incomplete microenvironment replication</a:t>
            </a:r>
            <a:b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Directions:</a:t>
            </a:r>
            <a:endParaRPr b="1"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fixation &amp; storage</a:t>
            </a:r>
            <a:b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</a:t>
            </a:r>
            <a:r>
              <a:rPr b="1"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multi-omic single-cell analyses</a:t>
            </a:r>
            <a:br>
              <a:rPr b="1"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Guide </a:t>
            </a:r>
            <a:r>
              <a:rPr b="1" lang="en-GB" sz="11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oncology interventions</a:t>
            </a:r>
            <a:endParaRPr b="1" sz="11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695"/>
          </a:p>
        </p:txBody>
      </p:sp>
      <p:pic>
        <p:nvPicPr>
          <p:cNvPr id="88" name="Google Shape;88;p17" title="cancers-14-00657-g001-55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300" y="1509100"/>
            <a:ext cx="3704601" cy="24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5868700" y="4245175"/>
            <a:ext cx="289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900">
                <a:solidFill>
                  <a:srgbClr val="4F5671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10.3390/cancers14030657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